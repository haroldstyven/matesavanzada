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0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5" autoAdjust="0"/>
    <p:restoredTop sz="94589" autoAdjust="0"/>
  </p:normalViewPr>
  <p:slideViewPr>
    <p:cSldViewPr>
      <p:cViewPr>
        <p:scale>
          <a:sx n="86" d="100"/>
          <a:sy n="86" d="100"/>
        </p:scale>
        <p:origin x="432" y="3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80DD4758-CA96-EBB8-9792-50139F14DFDE}"/>
              </a:ext>
            </a:extLst>
          </p:cNvPr>
          <p:cNvSpPr txBox="1"/>
          <p:nvPr/>
        </p:nvSpPr>
        <p:spPr>
          <a:xfrm>
            <a:off x="4641850" y="8382000"/>
            <a:ext cx="69723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800" dirty="0">
                <a:solidFill>
                  <a:srgbClr val="002042"/>
                </a:solidFill>
              </a:rPr>
              <a:t>Daniel Arias – Carlos Agamez – Harold Lagares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6DE7D02-D00A-F4B6-F708-C5D00AB7B177}"/>
              </a:ext>
            </a:extLst>
          </p:cNvPr>
          <p:cNvSpPr/>
          <p:nvPr/>
        </p:nvSpPr>
        <p:spPr>
          <a:xfrm>
            <a:off x="14909800" y="8686800"/>
            <a:ext cx="1346200" cy="457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7288FB4-383E-3C6D-BD83-DACC3A3B6BD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7400" y="228600"/>
            <a:ext cx="1371600" cy="670213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4020F794-6F08-5AA0-B071-BF2A6815C739}"/>
              </a:ext>
            </a:extLst>
          </p:cNvPr>
          <p:cNvSpPr/>
          <p:nvPr/>
        </p:nvSpPr>
        <p:spPr>
          <a:xfrm>
            <a:off x="3251200" y="5867400"/>
            <a:ext cx="609600" cy="533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774A871B-5720-67DC-ED9B-B34A42C53C41}"/>
              </a:ext>
            </a:extLst>
          </p:cNvPr>
          <p:cNvSpPr/>
          <p:nvPr/>
        </p:nvSpPr>
        <p:spPr>
          <a:xfrm>
            <a:off x="14909800" y="8686800"/>
            <a:ext cx="1346200" cy="457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F3B27E0-DB83-9EB9-05D9-24C8E60D305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7400" y="228600"/>
            <a:ext cx="1371600" cy="67021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78372C35-5343-D5BD-A8AF-2FCF0CA80528}"/>
              </a:ext>
            </a:extLst>
          </p:cNvPr>
          <p:cNvSpPr/>
          <p:nvPr/>
        </p:nvSpPr>
        <p:spPr>
          <a:xfrm>
            <a:off x="14909800" y="8686800"/>
            <a:ext cx="1346200" cy="457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D85EB5E-8D9F-BB42-9B58-DE604E1E55C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7400" y="228600"/>
            <a:ext cx="1371600" cy="67021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BA4D7F17-397B-524D-4492-FDF4EE29F510}"/>
              </a:ext>
            </a:extLst>
          </p:cNvPr>
          <p:cNvSpPr/>
          <p:nvPr/>
        </p:nvSpPr>
        <p:spPr>
          <a:xfrm>
            <a:off x="14909800" y="8686800"/>
            <a:ext cx="1346200" cy="457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BA23F6C-BD29-3954-0D6F-AFDCC3CAA58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7400" y="228600"/>
            <a:ext cx="1371600" cy="67021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61B44812-47B8-FC67-85CF-8F7158C09B92}"/>
              </a:ext>
            </a:extLst>
          </p:cNvPr>
          <p:cNvSpPr/>
          <p:nvPr/>
        </p:nvSpPr>
        <p:spPr>
          <a:xfrm>
            <a:off x="14909800" y="8686800"/>
            <a:ext cx="1346200" cy="457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B367ACA-E0AE-CC9F-7C9A-92003D962DC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7400" y="228600"/>
            <a:ext cx="1371600" cy="67021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A6B4E450-C6A7-EE85-401A-C71B9B1B5FAC}"/>
              </a:ext>
            </a:extLst>
          </p:cNvPr>
          <p:cNvSpPr/>
          <p:nvPr/>
        </p:nvSpPr>
        <p:spPr>
          <a:xfrm>
            <a:off x="14909800" y="8686800"/>
            <a:ext cx="1346200" cy="457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3DBDFED-68D0-E1D5-E1F0-23945E5C075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7400" y="228600"/>
            <a:ext cx="1371600" cy="67021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C2419954-BF9E-74F1-5789-2E91EB43C1A1}"/>
              </a:ext>
            </a:extLst>
          </p:cNvPr>
          <p:cNvSpPr/>
          <p:nvPr/>
        </p:nvSpPr>
        <p:spPr>
          <a:xfrm>
            <a:off x="14909800" y="8686800"/>
            <a:ext cx="1346200" cy="457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574D8C5-8E5D-EBB4-F1C2-B838E62DF15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7400" y="228600"/>
            <a:ext cx="1371600" cy="67021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3EAD83E1-3BBF-0357-6E19-91E047721821}"/>
              </a:ext>
            </a:extLst>
          </p:cNvPr>
          <p:cNvSpPr/>
          <p:nvPr/>
        </p:nvSpPr>
        <p:spPr>
          <a:xfrm>
            <a:off x="14909800" y="8686800"/>
            <a:ext cx="1346200" cy="457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AD52A8E-E244-535E-804B-75A73E1C36F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7400" y="228600"/>
            <a:ext cx="1371600" cy="67021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FB704B86-DEA8-F8BD-CDB0-FA4A1A53D0CF}"/>
              </a:ext>
            </a:extLst>
          </p:cNvPr>
          <p:cNvSpPr/>
          <p:nvPr/>
        </p:nvSpPr>
        <p:spPr>
          <a:xfrm>
            <a:off x="14909800" y="8686800"/>
            <a:ext cx="1346200" cy="457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537B829-1C2D-2AE3-C62C-C32AFCC6C93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7400" y="228600"/>
            <a:ext cx="1371600" cy="67021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635BB21E-A471-A2D0-66AA-C3DE0E5FE8ED}"/>
              </a:ext>
            </a:extLst>
          </p:cNvPr>
          <p:cNvSpPr/>
          <p:nvPr/>
        </p:nvSpPr>
        <p:spPr>
          <a:xfrm>
            <a:off x="14909800" y="8839200"/>
            <a:ext cx="1346200" cy="2667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5FBCEE2-DD19-B0E4-0B25-D9197C347FB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7400" y="228600"/>
            <a:ext cx="1371600" cy="67021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9B2D2E07-0E11-6D54-5894-653DCAB8419B}"/>
              </a:ext>
            </a:extLst>
          </p:cNvPr>
          <p:cNvSpPr/>
          <p:nvPr/>
        </p:nvSpPr>
        <p:spPr>
          <a:xfrm>
            <a:off x="14909800" y="8839200"/>
            <a:ext cx="134620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2B6990B-5E2D-2891-69FB-6E4C27290B8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7400" y="228600"/>
            <a:ext cx="1371600" cy="67021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AF0EECA6-87DB-2A0B-7087-37A551DF7A83}"/>
              </a:ext>
            </a:extLst>
          </p:cNvPr>
          <p:cNvSpPr/>
          <p:nvPr/>
        </p:nvSpPr>
        <p:spPr>
          <a:xfrm>
            <a:off x="14909800" y="8839200"/>
            <a:ext cx="134620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E62222E-F2F7-797B-4C86-2D5327BCD3C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7400" y="228600"/>
            <a:ext cx="1371600" cy="67021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FAC946D4-268D-5CBE-6CEC-893B5C92866D}"/>
              </a:ext>
            </a:extLst>
          </p:cNvPr>
          <p:cNvSpPr/>
          <p:nvPr/>
        </p:nvSpPr>
        <p:spPr>
          <a:xfrm>
            <a:off x="14909800" y="8839200"/>
            <a:ext cx="134620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78A3410-1F8D-25BF-F5AA-4F75C2AF3D2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7400" y="228600"/>
            <a:ext cx="1371600" cy="67021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2A8342-8575-94B5-954C-606B1C0C4D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66999" y="2856706"/>
            <a:ext cx="10922000" cy="3430587"/>
          </a:xfrm>
        </p:spPr>
        <p:txBody>
          <a:bodyPr>
            <a:noAutofit/>
          </a:bodyPr>
          <a:lstStyle/>
          <a:p>
            <a:r>
              <a:rPr lang="es-CO" sz="11500" dirty="0">
                <a:solidFill>
                  <a:schemeClr val="tx2">
                    <a:lumMod val="50000"/>
                  </a:schemeClr>
                </a:solidFill>
                <a:latin typeface="Impact" panose="020B0806030902050204" pitchFamily="34" charset="0"/>
                <a:ea typeface="Bodoni Ornaments" pitchFamily="2" charset="0"/>
              </a:rPr>
              <a:t>Muchas Gracias por su Atención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B230B72-A3D0-5FE6-F653-E473E0FEBFB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1206" y="7239000"/>
            <a:ext cx="2553588" cy="1247775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DA7827EB-BB08-DC6A-4EEC-CA8250CCCE04}"/>
              </a:ext>
            </a:extLst>
          </p:cNvPr>
          <p:cNvSpPr/>
          <p:nvPr/>
        </p:nvSpPr>
        <p:spPr>
          <a:xfrm>
            <a:off x="812800" y="0"/>
            <a:ext cx="1295400" cy="12954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Forma en L 5">
            <a:extLst>
              <a:ext uri="{FF2B5EF4-FFF2-40B4-BE49-F238E27FC236}">
                <a16:creationId xmlns:a16="http://schemas.microsoft.com/office/drawing/2014/main" id="{41A76706-BE11-45D0-6F90-E6CFDD0DB4BB}"/>
              </a:ext>
            </a:extLst>
          </p:cNvPr>
          <p:cNvSpPr/>
          <p:nvPr/>
        </p:nvSpPr>
        <p:spPr>
          <a:xfrm>
            <a:off x="14224000" y="0"/>
            <a:ext cx="2032000" cy="2286000"/>
          </a:xfrm>
          <a:prstGeom prst="corner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053591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13</Words>
  <Application>Microsoft Macintosh PowerPoint</Application>
  <PresentationFormat>Personalizado</PresentationFormat>
  <Paragraphs>2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8" baseType="lpstr">
      <vt:lpstr>Arial</vt:lpstr>
      <vt:lpstr>Calibri</vt:lpstr>
      <vt:lpstr>Impact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Muchas Gracias por su Atención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Harold Styven Lagares De Voz</cp:lastModifiedBy>
  <cp:revision>5</cp:revision>
  <dcterms:created xsi:type="dcterms:W3CDTF">2006-08-16T00:00:00Z</dcterms:created>
  <dcterms:modified xsi:type="dcterms:W3CDTF">2026-05-29T21:10:00Z</dcterms:modified>
</cp:coreProperties>
</file>