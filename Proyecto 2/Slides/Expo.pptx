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 autoAdjust="0"/>
    <p:restoredTop sz="94589" autoAdjust="0"/>
  </p:normalViewPr>
  <p:slideViewPr>
    <p:cSldViewPr>
      <p:cViewPr varScale="1">
        <p:scale>
          <a:sx n="90" d="100"/>
          <a:sy n="90" d="100"/>
        </p:scale>
        <p:origin x="312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80DD4758-CA96-EBB8-9792-50139F14DFDE}"/>
              </a:ext>
            </a:extLst>
          </p:cNvPr>
          <p:cNvSpPr txBox="1"/>
          <p:nvPr/>
        </p:nvSpPr>
        <p:spPr>
          <a:xfrm>
            <a:off x="4641850" y="8382000"/>
            <a:ext cx="6972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800" dirty="0">
                <a:solidFill>
                  <a:srgbClr val="002042"/>
                </a:solidFill>
              </a:rPr>
              <a:t>Daniel Arias – Carlos Agamez – Harold Lagares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</Words>
  <Application>Microsoft Macintosh PowerPoint</Application>
  <PresentationFormat>Personalizado</PresentationFormat>
  <Paragraphs>1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Harold Styven Lagares De Voz</cp:lastModifiedBy>
  <cp:revision>2</cp:revision>
  <dcterms:created xsi:type="dcterms:W3CDTF">2006-08-16T00:00:00Z</dcterms:created>
  <dcterms:modified xsi:type="dcterms:W3CDTF">2026-05-25T22:16:31Z</dcterms:modified>
</cp:coreProperties>
</file>